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Applied Generative AI Capstone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Image Generation using GANs on Fashion-MNIST</a:t>
            </a:r>
          </a:p>
          <a:p/>
          <a:p>
            <a:r>
              <a:t>Prabakaran Nagarajan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Build Generative Adversarial Networks (GANs)</a:t>
            </a:r>
          </a:p>
          <a:p>
            <a:r>
              <a:t>• Generate synthetic fashion images</a:t>
            </a:r>
          </a:p>
          <a:p>
            <a:r>
              <a:t>• Compare Vanilla GAN vs DCGAN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Fashion-MNIST dataset</a:t>
            </a:r>
          </a:p>
          <a:p>
            <a:r>
              <a:t>• 28x28 grayscale images</a:t>
            </a:r>
          </a:p>
          <a:p>
            <a:r>
              <a:t>• Images normalized to [-1, 1]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Vanilla GAN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Generator: Fully Connected (MLP)</a:t>
            </a:r>
          </a:p>
          <a:p>
            <a:r>
              <a:t>• Discriminator: Fully Connected (MLP)</a:t>
            </a:r>
          </a:p>
          <a:p>
            <a:r>
              <a:t>• Uses Binary Crossentropy loss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DCGAN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Generator: Convolutional Transpose layers</a:t>
            </a:r>
          </a:p>
          <a:p>
            <a:r>
              <a:t>• Discriminator: Convolutional layers</a:t>
            </a:r>
          </a:p>
          <a:p>
            <a:r>
              <a:t>• Better spatial feature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Vanilla GAN generates basic patterns</a:t>
            </a:r>
          </a:p>
          <a:p>
            <a:r>
              <a:t>• DCGAN produces clearer images</a:t>
            </a:r>
          </a:p>
          <a:p>
            <a:r>
              <a:t>• DCGAN performs better than Vanilla GAN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